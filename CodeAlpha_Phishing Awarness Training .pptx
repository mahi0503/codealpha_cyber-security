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49A3D-578B-43F1-A519-F896037489A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7C025-7825-4F6C-90BC-C60E7476E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2146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49A3D-578B-43F1-A519-F896037489A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7C025-7825-4F6C-90BC-C60E7476E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3861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49A3D-578B-43F1-A519-F896037489A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7C025-7825-4F6C-90BC-C60E7476E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739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49A3D-578B-43F1-A519-F896037489A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7C025-7825-4F6C-90BC-C60E7476E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043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49A3D-578B-43F1-A519-F896037489A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7C025-7825-4F6C-90BC-C60E7476E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0394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49A3D-578B-43F1-A519-F896037489A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7C025-7825-4F6C-90BC-C60E7476E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1927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49A3D-578B-43F1-A519-F896037489A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7C025-7825-4F6C-90BC-C60E7476E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6831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49A3D-578B-43F1-A519-F896037489A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7C025-7825-4F6C-90BC-C60E7476E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0069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49A3D-578B-43F1-A519-F896037489A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7C025-7825-4F6C-90BC-C60E7476E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5927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49A3D-578B-43F1-A519-F896037489A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7C025-7825-4F6C-90BC-C60E7476E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3228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49A3D-578B-43F1-A519-F896037489A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7C025-7825-4F6C-90BC-C60E7476E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2223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49A3D-578B-43F1-A519-F896037489A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7C025-7825-4F6C-90BC-C60E7476E99D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658279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49A3D-578B-43F1-A519-F896037489A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7C025-7825-4F6C-90BC-C60E7476E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14500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49A3D-578B-43F1-A519-F896037489A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7C025-7825-4F6C-90BC-C60E7476E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4673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49A3D-578B-43F1-A519-F896037489A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7C025-7825-4F6C-90BC-C60E7476E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8431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49A3D-578B-43F1-A519-F896037489A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7C025-7825-4F6C-90BC-C60E7476E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01024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49A3D-578B-43F1-A519-F896037489A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7C025-7825-4F6C-90BC-C60E7476E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2368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CC49A3D-578B-43F1-A519-F896037489A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7C025-7825-4F6C-90BC-C60E7476E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389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7A2B0-CA3A-2424-7BD5-C9C4686CEA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7754" y="1026373"/>
            <a:ext cx="10304207" cy="2808207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CYBER SECURITY INTERNSHIP PROJECT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PHISHING AWARENESS TRAINING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40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949A9-5F48-E5F2-E778-808FC2109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FCF73-6B00-9BBF-3D28-B49E496E5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Phishing is one of the most common cyber attacks where attackers impersonate trusted organizations to trick users into revealing confidential information such as passwords, banking details, OTPs, or personal data.</a:t>
            </a:r>
          </a:p>
          <a:p>
            <a:pPr algn="just"/>
            <a:endParaRPr lang="en-US" dirty="0"/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endParaRPr lang="en-US" dirty="0"/>
          </a:p>
          <a:p>
            <a:r>
              <a:rPr lang="en-US" dirty="0"/>
              <a:t>Understand phishing attacks.</a:t>
            </a:r>
          </a:p>
          <a:p>
            <a:r>
              <a:rPr lang="en-US" dirty="0"/>
              <a:t>Identify phishing emails and fake websites.</a:t>
            </a:r>
          </a:p>
          <a:p>
            <a:r>
              <a:rPr lang="en-US" dirty="0"/>
              <a:t>Learn prevention techniques.</a:t>
            </a:r>
          </a:p>
          <a:p>
            <a:r>
              <a:rPr lang="en-US" dirty="0"/>
              <a:t>Improve cyber awareness.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826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F509B-00BB-E755-2897-F3511F081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Types of Phishing Attacks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16863-4FBD-4280-0366-E4ADBD9B0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Phishing – Fake emails pretending to be legitimate organizations.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Spear Phishing – Targeted attacks against specific individuals.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Smishing – Fraudulent SMS messages.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Vishing – Voice calls attempting to steal information.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Clone Phishing – Copies of legitimate emails with malicious links.</a:t>
            </a:r>
          </a:p>
        </p:txBody>
      </p:sp>
    </p:spTree>
    <p:extLst>
      <p:ext uri="{BB962C8B-B14F-4D97-AF65-F5344CB8AC3E}">
        <p14:creationId xmlns:p14="http://schemas.microsoft.com/office/powerpoint/2010/main" val="2229303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C24D-9F50-4CC0-F822-4A76CDE65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How to Recognize Phishing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1D8C-3D97-6982-9675-56CCCF2DA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Always check for: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Suspicious sender email addresses.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Misspelled website URLs.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Urgent requests for personal information.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Grammar and spelling mistakes.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Unexpected attachments or links.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Messages creating fear or urgency.</a:t>
            </a:r>
          </a:p>
        </p:txBody>
      </p:sp>
    </p:spTree>
    <p:extLst>
      <p:ext uri="{BB962C8B-B14F-4D97-AF65-F5344CB8AC3E}">
        <p14:creationId xmlns:p14="http://schemas.microsoft.com/office/powerpoint/2010/main" val="3048448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6C7C8-D163-728E-58B2-A215037CF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Social Engineering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758DA-730A-8B67-C6C6-B694C2476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936956"/>
            <a:ext cx="10075965" cy="4311444"/>
          </a:xfrm>
        </p:spPr>
        <p:txBody>
          <a:bodyPr/>
          <a:lstStyle/>
          <a:p>
            <a:r>
              <a:rPr lang="en-US" sz="2400" b="1" dirty="0"/>
              <a:t>Attackers manipulate victims by exploiting emotions such as:</a:t>
            </a:r>
          </a:p>
          <a:p>
            <a:r>
              <a:rPr lang="en-US" dirty="0"/>
              <a:t>Fear</a:t>
            </a:r>
          </a:p>
          <a:p>
            <a:r>
              <a:rPr lang="en-US" dirty="0"/>
              <a:t>Trust</a:t>
            </a:r>
          </a:p>
          <a:p>
            <a:r>
              <a:rPr lang="en-US" dirty="0"/>
              <a:t>Curiosity</a:t>
            </a:r>
          </a:p>
          <a:p>
            <a:r>
              <a:rPr lang="en-US" dirty="0"/>
              <a:t>Greed</a:t>
            </a:r>
          </a:p>
          <a:p>
            <a:r>
              <a:rPr lang="en-US" dirty="0"/>
              <a:t>Urgency</a:t>
            </a:r>
          </a:p>
          <a:p>
            <a:r>
              <a:rPr lang="en-US" dirty="0"/>
              <a:t>Example: "Your account has been locked. Click here immediately to reactivate it."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49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6A126-733B-0E38-0F1F-B765484B0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Best Practices for Protection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723E6-C830-A331-DDD8-5532D4536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Verify the sender before responding.</a:t>
            </a:r>
          </a:p>
          <a:p>
            <a:r>
              <a:rPr lang="en-IN" dirty="0"/>
              <a:t>Never share passwords or OTPs.</a:t>
            </a:r>
          </a:p>
          <a:p>
            <a:r>
              <a:rPr lang="en-IN" dirty="0"/>
              <a:t>Enable Multi-Factor Authentication (MFA).</a:t>
            </a:r>
          </a:p>
          <a:p>
            <a:r>
              <a:rPr lang="en-IN" dirty="0"/>
              <a:t>Keep your operating system and antivirus updated.</a:t>
            </a:r>
          </a:p>
          <a:p>
            <a:r>
              <a:rPr lang="en-IN" dirty="0"/>
              <a:t>Use strong, unique passwords.</a:t>
            </a:r>
          </a:p>
          <a:p>
            <a:r>
              <a:rPr lang="en-IN" dirty="0"/>
              <a:t>Report suspicious emails to your IT team.</a:t>
            </a:r>
          </a:p>
        </p:txBody>
      </p:sp>
    </p:spTree>
    <p:extLst>
      <p:ext uri="{BB962C8B-B14F-4D97-AF65-F5344CB8AC3E}">
        <p14:creationId xmlns:p14="http://schemas.microsoft.com/office/powerpoint/2010/main" val="549062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9134B-16F2-C2D5-FE63-0E2542E78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Real-World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50CEE-3DD0-17E1-7515-8031394E0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employee receives an email claiming to be from the company's HR department requesting login credentials to update payroll information.</a:t>
            </a:r>
          </a:p>
          <a:p>
            <a:r>
              <a:rPr lang="en-US" dirty="0"/>
              <a:t>Correct Response.</a:t>
            </a:r>
          </a:p>
          <a:p>
            <a:r>
              <a:rPr lang="en-US" dirty="0"/>
              <a:t>Verify the sender.</a:t>
            </a:r>
          </a:p>
          <a:p>
            <a:r>
              <a:rPr lang="en-US" dirty="0"/>
              <a:t>Do not click unknown links.</a:t>
            </a:r>
          </a:p>
          <a:p>
            <a:r>
              <a:rPr lang="en-US" dirty="0"/>
              <a:t>Contact HR using official communication channels.</a:t>
            </a:r>
          </a:p>
          <a:p>
            <a:r>
              <a:rPr lang="en-US" dirty="0"/>
              <a:t>Report the email as phishing.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864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15BA6-B864-1065-9171-CA002658C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Interactive 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2A938-2521-2DE5-D9E0-D7D6C7CF5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Q1: Which of the following is a common sign of phishing?</a:t>
            </a:r>
          </a:p>
          <a:p>
            <a:r>
              <a:rPr lang="en-US" dirty="0"/>
              <a:t>A. Trusted domain</a:t>
            </a:r>
          </a:p>
          <a:p>
            <a:r>
              <a:rPr lang="en-US" dirty="0"/>
              <a:t>B. Urgent request for personal information ✅</a:t>
            </a:r>
          </a:p>
          <a:p>
            <a:r>
              <a:rPr lang="en-US" dirty="0"/>
              <a:t>C. Secure HTTPS website</a:t>
            </a:r>
          </a:p>
          <a:p>
            <a:endParaRPr lang="en-US" dirty="0"/>
          </a:p>
          <a:p>
            <a:r>
              <a:rPr lang="en-US" dirty="0"/>
              <a:t>Q2: What should you do after receiving a suspicious email?</a:t>
            </a:r>
          </a:p>
          <a:p>
            <a:r>
              <a:rPr lang="en-US" dirty="0"/>
              <a:t>A. Open all attachments</a:t>
            </a:r>
          </a:p>
          <a:p>
            <a:r>
              <a:rPr lang="en-US" dirty="0"/>
              <a:t>B. Report it and delete it ✅</a:t>
            </a:r>
          </a:p>
          <a:p>
            <a:r>
              <a:rPr lang="en-US" dirty="0"/>
              <a:t>C. Share it with friends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9457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C2D74-A136-F962-5B21-914EB66D9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1F191-AFD9-D7D3-CF0A-D13231552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Takeaways</a:t>
            </a:r>
          </a:p>
          <a:p>
            <a:r>
              <a:rPr lang="en-US" dirty="0"/>
              <a:t>Think before you click.</a:t>
            </a:r>
          </a:p>
          <a:p>
            <a:r>
              <a:rPr lang="en-US" dirty="0"/>
              <a:t>Verify emails and websites.</a:t>
            </a:r>
          </a:p>
          <a:p>
            <a:r>
              <a:rPr lang="en-US" dirty="0"/>
              <a:t>Never share confidential information.</a:t>
            </a:r>
          </a:p>
          <a:p>
            <a:r>
              <a:rPr lang="en-US" dirty="0"/>
              <a:t>Stay informed about evolving cyber threats.</a:t>
            </a:r>
          </a:p>
          <a:p>
            <a:r>
              <a:rPr lang="en-US" dirty="0"/>
              <a:t>"Cyber Security Starts With You”.</a:t>
            </a:r>
          </a:p>
          <a:p>
            <a:pPr marL="0" indent="0">
              <a:buNone/>
            </a:pPr>
            <a:r>
              <a:rPr lang="en-US" dirty="0"/>
              <a:t>                                               </a:t>
            </a:r>
          </a:p>
          <a:p>
            <a:pPr marL="0" indent="0">
              <a:buNone/>
            </a:pPr>
            <a:r>
              <a:rPr lang="en-US" dirty="0"/>
              <a:t>                        </a:t>
            </a:r>
          </a:p>
          <a:p>
            <a:pPr marL="0" indent="0">
              <a:buNone/>
            </a:pPr>
            <a:r>
              <a:rPr lang="en-US" dirty="0"/>
              <a:t>                                                  </a:t>
            </a:r>
            <a:r>
              <a:rPr lang="en-US" sz="3200" dirty="0"/>
              <a:t>Thank You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1784599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41</TotalTime>
  <Words>390</Words>
  <Application>Microsoft Office PowerPoint</Application>
  <PresentationFormat>Widescreen</PresentationFormat>
  <Paragraphs>66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Century Gothic</vt:lpstr>
      <vt:lpstr>Times New Roman</vt:lpstr>
      <vt:lpstr>Wingdings 3</vt:lpstr>
      <vt:lpstr>Ion</vt:lpstr>
      <vt:lpstr>      CYBER SECURITY INTERNSHIP PROJECT                 PHISHING AWARENESS TRAINING</vt:lpstr>
      <vt:lpstr>                  INTRODUCTION</vt:lpstr>
      <vt:lpstr>          Types of Phishing Attacks</vt:lpstr>
      <vt:lpstr>         How to Recognize Phishing</vt:lpstr>
      <vt:lpstr>     Social Engineering Techniques</vt:lpstr>
      <vt:lpstr>        Best Practices for Protection</vt:lpstr>
      <vt:lpstr>           Real-World Example</vt:lpstr>
      <vt:lpstr>               Interactive Quiz</vt:lpstr>
      <vt:lpstr>                   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Shreya Reddy</dc:creator>
  <cp:lastModifiedBy>Shreya Reddy</cp:lastModifiedBy>
  <cp:revision>1</cp:revision>
  <dcterms:created xsi:type="dcterms:W3CDTF">2026-07-20T05:56:15Z</dcterms:created>
  <dcterms:modified xsi:type="dcterms:W3CDTF">2026-07-20T06:38:07Z</dcterms:modified>
</cp:coreProperties>
</file>